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Conversion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Source: 25befe97-4d30-476b-9524-2bfd3812a770_test.pdf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Pages: 1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Converted: 2025/09/21, 01:59:32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Quality: Maximum Fidelity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Engine: PDFCraft.Pro Puppeteer Engine v2.0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PDFCraft.Pro Premium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25befe97-4d30-476b-9524-2bfd3812a770_test</dc:title>
  <dc:subject>High-Fidelity PDF Conversion</dc:subject>
  <dc:creator>PDFCraft.Pro</dc:creator>
  <cp:lastModifiedBy>PDFCraft.Pro</cp:lastModifiedBy>
  <cp:revision>1.0</cp:revision>
  <dcterms:created xsi:type="dcterms:W3CDTF">2025-09-20T23:59:32Z</dcterms:created>
  <dcterms:modified xsi:type="dcterms:W3CDTF">2025-09-20T23:59:32Z</dcterms:modified>
</cp:coreProperties>
</file>