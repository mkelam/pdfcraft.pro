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2300" y="532765"/>
            <a:ext cx="345757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Test</a:t>
            </a:r>
            <a:r>
              <a:rPr dirty="0" spc="-70"/>
              <a:t> </a:t>
            </a:r>
            <a:r>
              <a:rPr dirty="0"/>
              <a:t>PDF</a:t>
            </a:r>
            <a:r>
              <a:rPr dirty="0" spc="-70"/>
              <a:t> </a:t>
            </a:r>
            <a:r>
              <a:rPr dirty="0"/>
              <a:t>for</a:t>
            </a:r>
            <a:r>
              <a:rPr dirty="0" spc="-65"/>
              <a:t> </a:t>
            </a:r>
            <a:r>
              <a:rPr dirty="0" spc="-10"/>
              <a:t>Conversion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300" y="1214323"/>
            <a:ext cx="3768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test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document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verify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PDF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conversion</a:t>
            </a:r>
            <a:r>
              <a:rPr dirty="0" sz="1200" spc="-10">
                <a:latin typeface="Arial"/>
                <a:cs typeface="Arial"/>
              </a:rPr>
              <a:t> works.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2300" y="550671"/>
            <a:ext cx="178053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Page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2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Content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2025-10-24T08:53:58Z</dcterms:created>
  <dcterms:modified xsi:type="dcterms:W3CDTF">2025-10-24T08:53:58Z</dcterms:modified>
</cp:coreProperties>
</file>