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288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666666"/>
                </a:solidFill>
              </a:rPr>
              <a:t>Page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0" y="274320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Page rendering failed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99999"/>
                </a:solidFill>
              </a:rPr>
              <a:t>Content preserved in original PDF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</a:rPr>
              <a:t>Conversion Details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Source: eb524f0a-e46d-497b-b247-44fa1de68c80_input.pdf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Pages: 3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Converted: 2025/09/19, 17:51:39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Quality: Maximum Fidelity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495057"/>
                </a:solidFill>
              </a:rPr>
              <a:t>Engine: PDFCraft.Pro Puppeteer Engine v2.0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PDFCraft.Pro Premium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eb524f0a-e46d-497b-b247-44fa1de68c80_input</dc:title>
  <dc:subject>High-Fidelity PDF Conversion</dc:subject>
  <dc:creator>PDFCraft.Pro</dc:creator>
  <cp:lastModifiedBy>PDFCraft.Pro</cp:lastModifiedBy>
  <cp:revision>1.0</cp:revision>
  <dcterms:created xsi:type="dcterms:W3CDTF">2025-09-19T15:51:39Z</dcterms:created>
  <dcterms:modified xsi:type="dcterms:W3CDTF">2025-09-19T15:51:39Z</dcterms:modified>
</cp:coreProperties>
</file>