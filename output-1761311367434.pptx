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24178" y="522020"/>
            <a:ext cx="462724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Office</a:t>
            </a:r>
            <a:r>
              <a:rPr dirty="0" spc="-45"/>
              <a:t> </a:t>
            </a:r>
            <a:r>
              <a:rPr dirty="0" spc="-20"/>
              <a:t>Format</a:t>
            </a:r>
            <a:r>
              <a:rPr dirty="0" spc="-175"/>
              <a:t> </a:t>
            </a:r>
            <a:r>
              <a:rPr dirty="0" spc="-60"/>
              <a:t>Test</a:t>
            </a:r>
            <a:r>
              <a:rPr dirty="0" spc="-40"/>
              <a:t> </a:t>
            </a:r>
            <a:r>
              <a:rPr dirty="0" spc="-10"/>
              <a:t>Document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2300" y="1666697"/>
            <a:ext cx="494347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This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document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tests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PDF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conversion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various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Office</a:t>
            </a:r>
            <a:r>
              <a:rPr dirty="0" sz="1400" spc="-10">
                <a:latin typeface="Arial"/>
                <a:cs typeface="Arial"/>
              </a:rPr>
              <a:t> formats.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603250" y="2257459"/>
          <a:ext cx="5370830" cy="932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4615"/>
                <a:gridCol w="1859914"/>
                <a:gridCol w="2070735"/>
              </a:tblGrid>
              <a:tr h="212090">
                <a:tc>
                  <a:txBody>
                    <a:bodyPr/>
                    <a:lstStyle/>
                    <a:p>
                      <a:pPr marL="31750">
                        <a:lnSpc>
                          <a:spcPts val="1325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Format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2135">
                        <a:lnSpc>
                          <a:spcPts val="1325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Extension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17855">
                        <a:lnSpc>
                          <a:spcPts val="1325"/>
                        </a:lnSpc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Application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540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PowerPoint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57213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.pptx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6178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Microsoft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PowerPoint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7305"/>
                </a:tc>
              </a:tr>
              <a:tr h="2540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 spc="-20">
                          <a:latin typeface="Arial"/>
                          <a:cs typeface="Arial"/>
                        </a:rPr>
                        <a:t>Word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57213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.docx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6178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Microsoft</a:t>
                      </a:r>
                      <a:r>
                        <a:rPr dirty="0" sz="12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0">
                          <a:latin typeface="Arial"/>
                          <a:cs typeface="Arial"/>
                        </a:rPr>
                        <a:t>Word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7305"/>
                </a:tc>
              </a:tr>
              <a:tr h="212090">
                <a:tc>
                  <a:txBody>
                    <a:bodyPr/>
                    <a:lstStyle/>
                    <a:p>
                      <a:pPr marL="31750">
                        <a:lnSpc>
                          <a:spcPts val="1355"/>
                        </a:lnSpc>
                        <a:spcBef>
                          <a:spcPts val="215"/>
                        </a:spcBef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Excel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572135">
                        <a:lnSpc>
                          <a:spcPts val="1355"/>
                        </a:lnSpc>
                        <a:spcBef>
                          <a:spcPts val="215"/>
                        </a:spcBef>
                      </a:pPr>
                      <a:r>
                        <a:rPr dirty="0" sz="1200" spc="-10">
                          <a:latin typeface="Arial"/>
                          <a:cs typeface="Arial"/>
                        </a:rPr>
                        <a:t>.xlsx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7305"/>
                </a:tc>
                <a:tc>
                  <a:txBody>
                    <a:bodyPr/>
                    <a:lstStyle/>
                    <a:p>
                      <a:pPr marL="617855">
                        <a:lnSpc>
                          <a:spcPts val="1355"/>
                        </a:lnSpc>
                        <a:spcBef>
                          <a:spcPts val="215"/>
                        </a:spcBef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Microsoft </a:t>
                      </a:r>
                      <a:r>
                        <a:rPr dirty="0" sz="1200" spc="-10">
                          <a:latin typeface="Arial"/>
                          <a:cs typeface="Arial"/>
                        </a:rPr>
                        <a:t>Excel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730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22300" y="550671"/>
            <a:ext cx="30245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Page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2: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Additional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Content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22300" y="1390497"/>
            <a:ext cx="4307840" cy="1429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This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page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contains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additional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text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test </a:t>
            </a:r>
            <a:r>
              <a:rPr dirty="0" sz="1200" spc="-10">
                <a:latin typeface="Arial"/>
                <a:cs typeface="Arial"/>
              </a:rPr>
              <a:t>multi-</a:t>
            </a:r>
            <a:r>
              <a:rPr dirty="0" sz="1200">
                <a:latin typeface="Arial"/>
                <a:cs typeface="Arial"/>
              </a:rPr>
              <a:t>page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conversion.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200">
              <a:latin typeface="Arial"/>
              <a:cs typeface="Arial"/>
            </a:endParaRPr>
          </a:p>
          <a:p>
            <a:pPr marL="108585" indent="-95885">
              <a:lnSpc>
                <a:spcPct val="100000"/>
              </a:lnSpc>
              <a:buChar char="•"/>
              <a:tabLst>
                <a:tab pos="108585" algn="l"/>
              </a:tabLst>
            </a:pPr>
            <a:r>
              <a:rPr dirty="0" sz="1200">
                <a:latin typeface="Arial"/>
                <a:cs typeface="Arial"/>
              </a:rPr>
              <a:t>Feature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1:</a:t>
            </a:r>
            <a:r>
              <a:rPr dirty="0" sz="1200" spc="-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Fast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conversion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speed</a:t>
            </a:r>
            <a:endParaRPr sz="1200">
              <a:latin typeface="Arial"/>
              <a:cs typeface="Arial"/>
            </a:endParaRPr>
          </a:p>
          <a:p>
            <a:pPr marL="108585" indent="-95885">
              <a:lnSpc>
                <a:spcPct val="100000"/>
              </a:lnSpc>
              <a:spcBef>
                <a:spcPts val="560"/>
              </a:spcBef>
              <a:buChar char="•"/>
              <a:tabLst>
                <a:tab pos="108585" algn="l"/>
              </a:tabLst>
            </a:pPr>
            <a:r>
              <a:rPr dirty="0" sz="1200">
                <a:latin typeface="Arial"/>
                <a:cs typeface="Arial"/>
              </a:rPr>
              <a:t>Feature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2:</a:t>
            </a:r>
            <a:r>
              <a:rPr dirty="0" sz="1200" spc="-7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High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quality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output</a:t>
            </a:r>
            <a:endParaRPr sz="1200">
              <a:latin typeface="Arial"/>
              <a:cs typeface="Arial"/>
            </a:endParaRPr>
          </a:p>
          <a:p>
            <a:pPr marL="108585" indent="-95885">
              <a:lnSpc>
                <a:spcPct val="100000"/>
              </a:lnSpc>
              <a:spcBef>
                <a:spcPts val="560"/>
              </a:spcBef>
              <a:buChar char="•"/>
              <a:tabLst>
                <a:tab pos="108585" algn="l"/>
              </a:tabLst>
            </a:pPr>
            <a:r>
              <a:rPr dirty="0" sz="1200">
                <a:latin typeface="Arial"/>
                <a:cs typeface="Arial"/>
              </a:rPr>
              <a:t>Feature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3:</a:t>
            </a:r>
            <a:r>
              <a:rPr dirty="0" sz="1200" spc="-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Preserves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formatting</a:t>
            </a:r>
            <a:endParaRPr sz="1200">
              <a:latin typeface="Arial"/>
              <a:cs typeface="Arial"/>
            </a:endParaRPr>
          </a:p>
          <a:p>
            <a:pPr marL="108585" indent="-95885">
              <a:lnSpc>
                <a:spcPct val="100000"/>
              </a:lnSpc>
              <a:spcBef>
                <a:spcPts val="560"/>
              </a:spcBef>
              <a:buChar char="•"/>
              <a:tabLst>
                <a:tab pos="108585" algn="l"/>
              </a:tabLst>
            </a:pPr>
            <a:r>
              <a:rPr dirty="0" sz="1200">
                <a:latin typeface="Arial"/>
                <a:cs typeface="Arial"/>
              </a:rPr>
              <a:t>Feature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4:</a:t>
            </a:r>
            <a:r>
              <a:rPr dirty="0" sz="1200" spc="-7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Multiple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format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support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2025-10-24T13:09:25Z</dcterms:created>
  <dcterms:modified xsi:type="dcterms:W3CDTF">2025-10-24T13:09:25Z</dcterms:modified>
</cp:coreProperties>
</file>