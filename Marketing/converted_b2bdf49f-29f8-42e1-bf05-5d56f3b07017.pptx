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6858000" cy="9698987"/>
  <p:notesSz cx="9698987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858000" cy="969898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0" y="9326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</a:rPr>
              <a:t>Conversion Details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95057"/>
                </a:solidFill>
              </a:rPr>
              <a:t>Source: 02b4b58e-1a5c-4238-8793-ac9624b59a37_Capitec Proof of Account malibongwe mkela.pdf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95057"/>
                </a:solidFill>
              </a:rPr>
              <a:t>Pages: 1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95057"/>
                </a:solidFill>
              </a:rPr>
              <a:t>Converted: 2025/09/26, 06:56:00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95057"/>
                </a:solidFill>
              </a:rPr>
              <a:t>Quality: Maximum Fidelity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95057"/>
                </a:solidFill>
              </a:rPr>
              <a:t>Engine: PDFCraft.Pro Puppeteer Engine v2.0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PDFCraft.Pro Premium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02b4b58e-1a5c-4238-8793-ac9624b59a37_Capitec Proof of Account malibongwe mkela</dc:title>
  <dc:subject>High-Fidelity PDF Conversion</dc:subject>
  <dc:creator>PDFCraft.Pro</dc:creator>
  <cp:lastModifiedBy>PDFCraft.Pro</cp:lastModifiedBy>
  <cp:revision>1.0</cp:revision>
  <dcterms:created xsi:type="dcterms:W3CDTF">2025-09-26T04:56:00Z</dcterms:created>
  <dcterms:modified xsi:type="dcterms:W3CDTF">2025-09-26T04:56:00Z</dcterms:modified>
</cp:coreProperties>
</file>