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1 Content:
Capitec Bank
19/09/2025
Branch: 470010
Device: 9003
One of the Global One money management products or services
Proof of Account Details
To Whom it May Concern
We hereby confirm that   has the following account(s) at Capitec Bank Limited on MalibongweMkela19/09/2025
Client Details
Name: MalibongweMkela
ID/Passport Number:8202035872088
Address:9 NEELS STREET, LAMBTON GARDENS, GERMISTON, JOHANNESBURG, 1401
Postal Address:9 NEELS STREET, LAMBTON GARDENS, GERMISTON, JOHANNESBURG, 1401
Account Details
Account Status:Active
Account Type:Savings
Account Number:1247811989
Bank Name:Capitec
Branch Code:470010
Date Opened:2010-12-28
The account details provided herein should not be read as extending by implication to any other matters not specifically addressed. The account 
details are given as at the above date and no obligation is hereby assumed to update the account details on any future date.
Capitec Bank Limited shall have no liability whether in contract, delict (including without limitation negligence) or otherwise to the above 
accountholder or any third party in relation to the account details contained herein.
 0860 10 20 43  ClientCare@capitecbank.co.za 24hr Client Care CentreEcapitecbank.co.za
Capitec Bank is an authorised financial services (FSP46669) and registered credit provider (NCRCP13). Capitec Bank Limited Reg. No.: 1980/003695/06. Page 1 of 1
Unique Document No.:  /  / V4.0 - 14/04/2018 (ddmmccyy)0a9830bb-5855-4a47-a31b-5bf47be74653406
--- Original PDF Text Content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
        <p:nvSpPr>
          <p:cNvPr id="4" name="Text 0"/>
          <p:cNvSpPr/>
          <p:nvPr/>
        </p:nvSpPr>
        <p:spPr>
          <a:xfrm>
            <a:off x="0" y="0"/>
            <a:ext cx="9144" cy="9144"/>
          </a:xfrm>
          <a:prstGeom prst="rect">
            <a:avLst/>
          </a:prstGeom>
          <a:noFill/>
          <a:ln/>
        </p:spPr>
        <p:txBody>
          <a:bodyPr wrap="square" rtlCol="0" anchor="ctr"/>
          <a:lstStyle/>
          <a:p>
            <a:pPr indent="0" marL="0">
              <a:buNone/>
            </a:pPr>
            <a:r>
              <a:rPr lang="en-US" sz="100" dirty="0">
                <a:solidFill>
                  <a:srgbClr val="FFFFFF"/>
                </a:solidFill>
              </a:rPr>
              <a:t>Page 1: Capitec Bank</a:t>
            </a:r>
            <a:endParaRPr lang="en-US" sz="100" dirty="0"/>
          </a:p>
          <a:p>
            <a:pPr indent="0" marL="0">
              <a:buNone/>
            </a:pPr>
            <a:r>
              <a:rPr lang="en-US" sz="100" dirty="0">
                <a:solidFill>
                  <a:srgbClr val="FFFFFF"/>
                </a:solidFill>
              </a:rPr>
              <a:t>19/09/2025</a:t>
            </a:r>
            <a:endParaRPr lang="en-US" sz="100" dirty="0"/>
          </a:p>
          <a:p>
            <a:pPr indent="0" marL="0">
              <a:buNone/>
            </a:pPr>
            <a:r>
              <a:rPr lang="en-US" sz="100" dirty="0">
                <a:solidFill>
                  <a:srgbClr val="FFFFFF"/>
                </a:solidFill>
              </a:rPr>
              <a:t>Branch: 470010</a:t>
            </a:r>
            <a:endParaRPr lang="en-US" sz="100" dirty="0"/>
          </a:p>
          <a:p>
            <a:pPr indent="0" marL="0">
              <a:buNone/>
            </a:pPr>
            <a:r>
              <a:rPr lang="en-US" sz="100" dirty="0">
                <a:solidFill>
                  <a:srgbClr val="FFFFFF"/>
                </a:solidFill>
              </a:rPr>
              <a:t>Device: 9003</a:t>
            </a:r>
            <a:endParaRPr lang="en-US" sz="100" dirty="0"/>
          </a:p>
          <a:p>
            <a:pPr indent="0" marL="0">
              <a:buNone/>
            </a:pPr>
            <a:r>
              <a:rPr lang="en-US" sz="100" dirty="0">
                <a:solidFill>
                  <a:srgbClr val="FFFFFF"/>
                </a:solidFill>
              </a:rPr>
              <a:t>One of the Global One money management products ...</a:t>
            </a:r>
            <a:endParaRPr lang="en-US" sz="100" dirty="0"/>
          </a:p>
        </p:txBody>
      </p:sp>
      <p:sp>
        <p:nvSpPr>
          <p:cNvPr id="5" name="Text 1"/>
          <p:cNvSpPr/>
          <p:nvPr/>
        </p:nvSpPr>
        <p:spPr>
          <a:xfrm>
            <a:off x="8686800" y="4846320"/>
            <a:ext cx="365760" cy="182880"/>
          </a:xfrm>
          <a:prstGeom prst="rect">
            <a:avLst/>
          </a:prstGeom>
          <a:noFill/>
          <a:ln/>
        </p:spPr>
        <p:txBody>
          <a:bodyPr wrap="square" rtlCol="0" anchor="ctr"/>
          <a:lstStyle/>
          <a:p>
            <a:pPr algn="ctr" indent="0" marL="0">
              <a:buNone/>
            </a:pPr>
            <a:r>
              <a:rPr lang="en-US" sz="800" dirty="0">
                <a:solidFill>
                  <a:srgbClr val="CCCCCC"/>
                </a:solidFill>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indent="0" marL="0">
              <a:buNone/>
            </a:pPr>
            <a:r>
              <a:rPr lang="en-US" sz="2400" b="1" dirty="0">
                <a:solidFill>
                  <a:srgbClr val="2C3E50"/>
                </a:solidFill>
              </a:rPr>
              <a:t>Document Information</a:t>
            </a:r>
            <a:endParaRPr lang="en-US" sz="2400" dirty="0"/>
          </a:p>
        </p:txBody>
      </p:sp>
      <p:sp>
        <p:nvSpPr>
          <p:cNvPr id="3" name="Text 1"/>
          <p:cNvSpPr/>
          <p:nvPr/>
        </p:nvSpPr>
        <p:spPr>
          <a:xfrm>
            <a:off x="457200" y="1645920"/>
            <a:ext cx="8229600" cy="2743200"/>
          </a:xfrm>
          <a:prstGeom prst="rect">
            <a:avLst/>
          </a:prstGeom>
          <a:noFill/>
          <a:ln/>
        </p:spPr>
        <p:txBody>
          <a:bodyPr wrap="square" rtlCol="0" anchor="ctr"/>
          <a:lstStyle/>
          <a:p>
            <a:pPr indent="0" marL="0">
              <a:lnSpc>
                <a:spcPts val="2400"/>
              </a:lnSpc>
              <a:buNone/>
            </a:pPr>
            <a:r>
              <a:rPr lang="en-US" sz="1400" dirty="0">
                <a:solidFill>
                  <a:srgbClr val="495057"/>
                </a:solidFill>
              </a:rPr>
              <a:t>📄 Source: 0ad58f75-0271-4720-b4e6-64c4fd763667_Capitec Proof of Account malibongwe mkela.pdf</a:t>
            </a:r>
            <a:endParaRPr lang="en-US" sz="1400" dirty="0"/>
          </a:p>
          <a:p>
            <a:pPr indent="0" marL="0">
              <a:lnSpc>
                <a:spcPts val="2400"/>
              </a:lnSpc>
              <a:buNone/>
            </a:pPr>
            <a:endParaRPr lang="en-US" sz="1400" dirty="0"/>
          </a:p>
          <a:p>
            <a:pPr indent="0" marL="0">
              <a:lnSpc>
                <a:spcPts val="2400"/>
              </a:lnSpc>
              <a:buNone/>
            </a:pPr>
            <a:r>
              <a:rPr lang="en-US" sz="1400" dirty="0">
                <a:solidFill>
                  <a:srgbClr val="495057"/>
                </a:solidFill>
              </a:rPr>
              <a:t>📊 Pages: 1</a:t>
            </a:r>
            <a:endParaRPr lang="en-US" sz="1400" dirty="0"/>
          </a:p>
          <a:p>
            <a:pPr indent="0" marL="0">
              <a:lnSpc>
                <a:spcPts val="2400"/>
              </a:lnSpc>
              <a:buNone/>
            </a:pPr>
            <a:endParaRPr lang="en-US" sz="1400" dirty="0"/>
          </a:p>
          <a:p>
            <a:pPr indent="0" marL="0">
              <a:lnSpc>
                <a:spcPts val="2400"/>
              </a:lnSpc>
              <a:buNone/>
            </a:pPr>
            <a:r>
              <a:rPr lang="en-US" sz="1400" dirty="0">
                <a:solidFill>
                  <a:srgbClr val="495057"/>
                </a:solidFill>
              </a:rPr>
              <a:t>📝 Text Content: 1473 characters</a:t>
            </a:r>
            <a:endParaRPr lang="en-US" sz="1400" dirty="0"/>
          </a:p>
          <a:p>
            <a:pPr indent="0" marL="0">
              <a:lnSpc>
                <a:spcPts val="2400"/>
              </a:lnSpc>
              <a:buNone/>
            </a:pPr>
            <a:endParaRPr lang="en-US" sz="1400" dirty="0"/>
          </a:p>
          <a:p>
            <a:pPr indent="0" marL="0">
              <a:lnSpc>
                <a:spcPts val="2400"/>
              </a:lnSpc>
              <a:buNone/>
            </a:pPr>
            <a:r>
              <a:rPr lang="en-US" sz="1400" dirty="0">
                <a:solidFill>
                  <a:srgbClr val="495057"/>
                </a:solidFill>
              </a:rPr>
              <a:t>🕒 Converted: 2025/09/28, 00:25:40</a:t>
            </a:r>
            <a:endParaRPr lang="en-US" sz="1400" dirty="0"/>
          </a:p>
          <a:p>
            <a:pPr indent="0" marL="0">
              <a:lnSpc>
                <a:spcPts val="2400"/>
              </a:lnSpc>
              <a:buNone/>
            </a:pPr>
            <a:endParaRPr lang="en-US" sz="1400" dirty="0"/>
          </a:p>
          <a:p>
            <a:pPr indent="0" marL="0">
              <a:lnSpc>
                <a:spcPts val="2400"/>
              </a:lnSpc>
              <a:buNone/>
            </a:pPr>
            <a:r>
              <a:rPr lang="en-US" sz="1400" dirty="0">
                <a:solidFill>
                  <a:srgbClr val="495057"/>
                </a:solidFill>
              </a:rPr>
              <a:t>⚙️ Engine: PDFCraft.Pro Improved Engine v2.1</a:t>
            </a:r>
            <a:endParaRPr lang="en-US" sz="1400" dirty="0"/>
          </a:p>
        </p:txBody>
      </p:sp>
      <p:sp>
        <p:nvSpPr>
          <p:cNvPr id="4" name="Text 2"/>
          <p:cNvSpPr/>
          <p:nvPr/>
        </p:nvSpPr>
        <p:spPr>
          <a:xfrm>
            <a:off x="457200" y="3840480"/>
            <a:ext cx="8229600" cy="914400"/>
          </a:xfrm>
          <a:prstGeom prst="rect">
            <a:avLst/>
          </a:prstGeom>
          <a:noFill/>
          <a:ln/>
        </p:spPr>
        <p:txBody>
          <a:bodyPr wrap="square" rtlCol="0" anchor="ctr"/>
          <a:lstStyle/>
          <a:p>
            <a:pPr algn="ctr" indent="0" marL="0">
              <a:buNone/>
            </a:pPr>
            <a:r>
              <a:rPr lang="en-US" sz="1200" dirty="0">
                <a:solidFill>
                  <a:srgbClr val="27AE60"/>
                </a:solidFill>
              </a:rPr>
              <a:t>✅ Conversion completed successfully</a:t>
            </a:r>
            <a:endParaRPr lang="en-US" sz="1200" dirty="0"/>
          </a:p>
          <a:p>
            <a:pPr algn="ctr" indent="0" marL="0">
              <a:buNone/>
            </a:pPr>
            <a:r>
              <a:rPr lang="en-US" sz="1200" dirty="0">
                <a:solidFill>
                  <a:srgbClr val="27AE60"/>
                </a:solidFill>
              </a:rPr>
              <a:t>📱 Content optimized for presentation viewing</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PDFCraft.Pro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0ad58f75-0271-4720-b4e6-64c4fd763667_Capitec Proof of Account malibongwe mkela</dc:title>
  <dc:subject>Converted from PDF</dc:subject>
  <dc:creator>PDFCraft.Pro</dc:creator>
  <cp:lastModifiedBy>PDFCraft.Pro</cp:lastModifiedBy>
  <cp:revision>1</cp:revision>
  <dcterms:created xsi:type="dcterms:W3CDTF">2025-09-27T22:25:40Z</dcterms:created>
  <dcterms:modified xsi:type="dcterms:W3CDTF">2025-09-27T22:25:40Z</dcterms:modified>
</cp:coreProperties>
</file>