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955" y="6251864"/>
            <a:ext cx="4329545" cy="1731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Capitec Bank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19/09/2025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Branch: 470010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Device: 9003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Global One money management products or services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Account Details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Whom it May Concern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hereby confirm that   has the following account(s) at Capitec Bank Limited on MalibongweMkela19/09/2025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Details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MalibongweMkela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ID/Passport Number:8202035872088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Address:9 NEELS STREET, LAMBTON GARDENS, GERMISTON, JOHANNESBURG, 1401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Postal Address:9 NEELS STREET, LAMBTON GARDENS, GERMISTON, JOHANNESBURG, 1401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Details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Status:Active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Type:Savings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Number:1247811989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Name:Capitec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Code:470010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Opened:2010-12-28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account details provided herein should not be read as extending by implication to any other matters not specifically addressed. The account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are given as at the above date and no obligation is hereby assumed to update the account details on any future date.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Capitec Bank Limited shall have no liability whether in contract, delict (including without limitation negligence) or otherwise to the above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accountholder or any third party in relation to the account details contained herein.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0860 10 20 43  ClientCare@capitecbank.co.za 24hr Client Care CentreEcapitecbank.co.za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Capitec Bank is an authorised financial services (FSP46669) and registered credit provider (NCRCP13). Capitec Bank Limited Reg. No.: 1980/003695/06. Page 1 of 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Document No.:  /  / V4.0 - 14/04/2018 (ddmmccyy)0a9830bb-5855-4a47-a31b-5bf47be74653406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PDFCraft.Pro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Capitec Proof of Account malibongwe mkela.pdf</dc:title>
  <dc:subject>PDF to PowerPoint Conversion</dc:subject>
  <dc:creator>PDFCraft.Pro</dc:creator>
  <cp:lastModifiedBy>PDFCraft.Pro</cp:lastModifiedBy>
  <cp:revision>1</cp:revision>
  <dcterms:created xsi:type="dcterms:W3CDTF">2025-09-27T01:56:42Z</dcterms:created>
  <dcterms:modified xsi:type="dcterms:W3CDTF">2025-09-27T01:56:42Z</dcterms:modified>
</cp:coreProperties>
</file>