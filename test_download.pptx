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/Relationships>
</file>

<file path=ppt/slideLayouts/slideLayout1.xml><?xml version="1.0" encoding="utf-8"?>
<p:sldLayout xmlns:p="http://schemas.openxmlformats.org/presentationml/2006/main">
  <p:cSld name="Title Slide"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PDF Page 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